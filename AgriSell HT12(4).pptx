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PT Mono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TMono-regular.fnt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1" Type="http://schemas.openxmlformats.org/officeDocument/2006/relationships/image" Target="../media/image12.png"/><Relationship Id="rId10" Type="http://schemas.openxmlformats.org/officeDocument/2006/relationships/image" Target="../media/image26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3.png"/><Relationship Id="rId5" Type="http://schemas.openxmlformats.org/officeDocument/2006/relationships/image" Target="../media/image2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7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743075" y="2190750"/>
            <a:ext cx="56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72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AgriSell</a:t>
            </a:r>
            <a:endParaRPr b="0" i="0" sz="7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1743075" y="3051200"/>
            <a:ext cx="532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375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Domashno Gang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circles&#10;&#10;Description automatically generated" id="19" name="Google Shape;1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97087" y="-4019608"/>
            <a:ext cx="7880255" cy="753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" name="Google Shape;2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 и настоящите решения 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0832" y="1766900"/>
            <a:ext cx="3894825" cy="291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8">
            <a:alphaModFix/>
          </a:blip>
          <a:srcRect b="-49361" l="-193380" r="193380" t="64781"/>
          <a:stretch/>
        </p:blipFill>
        <p:spPr>
          <a:xfrm>
            <a:off x="6146344" y="2559450"/>
            <a:ext cx="744475" cy="61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19137" y="1766899"/>
            <a:ext cx="1398900" cy="139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 rotWithShape="1">
          <a:blip r:embed="rId10">
            <a:alphaModFix/>
          </a:blip>
          <a:srcRect b="13418" l="10426" r="11062" t="9111"/>
          <a:stretch/>
        </p:blipFill>
        <p:spPr>
          <a:xfrm>
            <a:off x="7100888" y="3176600"/>
            <a:ext cx="1398900" cy="138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preencoded.png" id="35" name="Google Shape;35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90813" y="2720813"/>
            <a:ext cx="6381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yellow circle on a black background&#10;&#10;Description automatically generated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71750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1134972" y="1303250"/>
            <a:ext cx="46182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Приложение за контакт с земеделци, които искат да продават стоката си на нормални цени през собствена клиентела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een circle with black background&#10;&#10;Description automatically generated" id="54" name="Google Shape;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5" name="Google Shape;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решение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a dot&#10;&#10;Description automatically generated" id="60" name="Google Shape;6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1890275" y="2158075"/>
            <a:ext cx="46005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chemeClr val="lt1"/>
                </a:solidFill>
              </a:rPr>
              <a:t>AgriSell</a:t>
            </a:r>
            <a:endParaRPr sz="10000">
              <a:solidFill>
                <a:schemeClr val="lt1"/>
              </a:solidFill>
            </a:endParaRPr>
          </a:p>
        </p:txBody>
      </p:sp>
      <p:pic>
        <p:nvPicPr>
          <p:cNvPr descr="preencoded.png" id="62" name="Google Shape;62;p6"/>
          <p:cNvPicPr preferRelativeResize="0"/>
          <p:nvPr/>
        </p:nvPicPr>
        <p:blipFill rotWithShape="1">
          <a:blip r:embed="rId8">
            <a:alphaModFix/>
          </a:blip>
          <a:srcRect b="12570" l="0" r="0" t="-12570"/>
          <a:stretch/>
        </p:blipFill>
        <p:spPr>
          <a:xfrm>
            <a:off x="5703194" y="919171"/>
            <a:ext cx="2034500" cy="2447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ircular logo with a black background&#10;&#10;Description automatically generated" id="72" name="Google Shape;7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35048" y="2158626"/>
            <a:ext cx="8979179" cy="8979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circle with lines and dots&#10;&#10;Description automatically generated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85594" y="1730001"/>
            <a:ext cx="5550087" cy="55500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428875" y="1109663"/>
            <a:ext cx="4291013" cy="1462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05063"/>
            <a:ext cx="4276725" cy="27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640556" y="1833562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642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Демо</a:t>
            </a:r>
            <a:r>
              <a:rPr b="0" i="0" lang="en-US" sz="525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b="0" i="0" sz="5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circle with yellow lines&#10;&#10;Description automatically generated"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clock&#10;&#10;Description automatically generated" id="91" name="Google Shape;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7675" y="928700"/>
            <a:ext cx="2356750" cy="23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7650" y="1269050"/>
            <a:ext cx="1986000" cy="179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25975" y="2450900"/>
            <a:ext cx="3468099" cy="19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ircle with a black background&#10;&#10;Description automatically generated" id="109" name="Google Shape;1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8" name="Google Shape;1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45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 преживяване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1100138" y="1400175"/>
            <a:ext cx="5576888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екип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ашият ментор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-Какво научих</a:t>
            </a:r>
            <a:r>
              <a:rPr lang="en-US" sz="24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м</a:t>
            </a:r>
            <a:r>
              <a:rPr b="0" i="0" lang="en-US" sz="24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е от Хакатона?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ack and gold circle with black lines&#10;&#10;Description automatically generated" id="121" name="Google Shape;12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ircular object with a black background&#10;&#10;Description automatically generated" id="127" name="Google Shape;1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
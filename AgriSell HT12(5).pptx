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PT Mono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TMono-regular.fnt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11" Type="http://schemas.openxmlformats.org/officeDocument/2006/relationships/image" Target="../media/image1.png"/><Relationship Id="rId10" Type="http://schemas.openxmlformats.org/officeDocument/2006/relationships/image" Target="../media/image35.png"/><Relationship Id="rId9" Type="http://schemas.openxmlformats.org/officeDocument/2006/relationships/image" Target="../media/image24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33.png"/><Relationship Id="rId8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4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41.png"/><Relationship Id="rId7" Type="http://schemas.openxmlformats.org/officeDocument/2006/relationships/image" Target="../media/image34.png"/><Relationship Id="rId8" Type="http://schemas.openxmlformats.org/officeDocument/2006/relationships/image" Target="../media/image3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1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" name="Google Shape;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743075" y="2190750"/>
            <a:ext cx="565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72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AgriSell</a:t>
            </a:r>
            <a:endParaRPr b="0" i="0" sz="7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743075" y="3051200"/>
            <a:ext cx="532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T Mono"/>
              <a:buNone/>
            </a:pPr>
            <a:r>
              <a:rPr b="0" i="0" lang="en-US" sz="375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375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Domashno Gang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00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circles&#10;&#10;Description automatically generated" id="19" name="Google Shape;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7087" y="-4019608"/>
            <a:ext cx="7880255" cy="7532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&#10;&#10;Description automatically generated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28588" y="-2078551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" name="Google Shape;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450" y="0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871538" y="490538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 и настоящите решения 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0832" y="1766900"/>
            <a:ext cx="3894825" cy="291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 rotWithShape="1">
          <a:blip r:embed="rId8">
            <a:alphaModFix/>
          </a:blip>
          <a:srcRect b="-49361" l="-193380" r="193380" t="64781"/>
          <a:stretch/>
        </p:blipFill>
        <p:spPr>
          <a:xfrm>
            <a:off x="6146344" y="2559450"/>
            <a:ext cx="744475" cy="61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19137" y="1766899"/>
            <a:ext cx="1398900" cy="1399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 rotWithShape="1">
          <a:blip r:embed="rId10">
            <a:alphaModFix/>
          </a:blip>
          <a:srcRect b="13418" l="10426" r="11062" t="9111"/>
          <a:stretch/>
        </p:blipFill>
        <p:spPr>
          <a:xfrm>
            <a:off x="7100888" y="3176600"/>
            <a:ext cx="1398900" cy="13800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preencoded.png" id="35" name="Google Shape;35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90813" y="2720813"/>
            <a:ext cx="63817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yellow circle on a black background&#10;&#10;Description automatically generated" id="41" name="Google Shape;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571750"/>
            <a:ext cx="232410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1134972" y="1303250"/>
            <a:ext cx="4618200" cy="30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Приложение за контакт със земеделци, които искат да продават стоката си на нормални цени през собствена клиентела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&#10;&#10;Description automatically generated" id="54" name="Google Shape;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90070" y="-5959528"/>
            <a:ext cx="9286035" cy="9286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1438" y="1900238"/>
            <a:ext cx="5262563" cy="3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993" y="235884"/>
            <a:ext cx="1081088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Нашето</a:t>
            </a: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решение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circle with a dot&#10;&#10;Description automatically generated" id="60" name="Google Shape;6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63713" y="2011875"/>
            <a:ext cx="6160575" cy="61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 txBox="1"/>
          <p:nvPr/>
        </p:nvSpPr>
        <p:spPr>
          <a:xfrm>
            <a:off x="1890275" y="2158075"/>
            <a:ext cx="46005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chemeClr val="lt1"/>
                </a:solidFill>
              </a:rPr>
              <a:t>AgriSell</a:t>
            </a:r>
            <a:endParaRPr sz="10000">
              <a:solidFill>
                <a:schemeClr val="lt1"/>
              </a:solidFill>
            </a:endParaRPr>
          </a:p>
        </p:txBody>
      </p:sp>
      <p:pic>
        <p:nvPicPr>
          <p:cNvPr descr="preencoded.png" id="62" name="Google Shape;62;p6"/>
          <p:cNvPicPr preferRelativeResize="0"/>
          <p:nvPr/>
        </p:nvPicPr>
        <p:blipFill rotWithShape="1">
          <a:blip r:embed="rId8">
            <a:alphaModFix/>
          </a:blip>
          <a:srcRect b="12570" l="0" r="0" t="-12570"/>
          <a:stretch/>
        </p:blipFill>
        <p:spPr>
          <a:xfrm>
            <a:off x="5703194" y="919171"/>
            <a:ext cx="2034500" cy="2447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/>
          <p:nvPr/>
        </p:nvSpPr>
        <p:spPr>
          <a:xfrm>
            <a:off x="871538" y="49530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 работи проектът?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ircle with a black background&#10;&#10;Description automatically generated" id="71" name="Google Shape;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ircular logo with a black background&#10;&#10;Description automatically generated" id="72" name="Google Shape;7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1" y="10085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&#10;&#10;Description automatically generated"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35048" y="2158626"/>
            <a:ext cx="8979179" cy="8979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dots&#10;&#10;Description automatically generated" id="79" name="Google Shape;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85594" y="1730001"/>
            <a:ext cx="5550087" cy="55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2428875" y="1109663"/>
            <a:ext cx="4291013" cy="1462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275" y="2405063"/>
            <a:ext cx="4276725" cy="273843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/>
          <p:nvPr/>
        </p:nvSpPr>
        <p:spPr>
          <a:xfrm>
            <a:off x="640556" y="183356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Демо</a:t>
            </a:r>
            <a:r>
              <a:rPr b="0" i="0" lang="en-US" sz="525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&#10;&#10;Description automatically generated" id="90" name="Google Shape;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14977" y="2000250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 shot of a clock&#10;&#10;Description automatically generated" id="91" name="Google Shape;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9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7675" y="928700"/>
            <a:ext cx="2356750" cy="235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87650" y="1269050"/>
            <a:ext cx="1986000" cy="17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25975" y="2450900"/>
            <a:ext cx="3468099" cy="195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7488" y="2390775"/>
            <a:ext cx="2576513" cy="2700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 на работа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ircle with a black background&#10;&#10;Description automatically generated" id="109" name="Google Shape;10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466225" y="31289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7" name="Google Shape;11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338" y="2962275"/>
            <a:ext cx="27241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8" name="Google Shape;11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1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ашето преживяване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1100138" y="1400175"/>
            <a:ext cx="5576888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ашият екип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ашият ментор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-Какво научих</a:t>
            </a: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м</a:t>
            </a: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 от Хакатона?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circle with black lines&#10;&#10;Description automatically generated" id="121" name="Google Shape;12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ircular object with a black background&#10;&#10;Description automatically generated" id="127" name="Google Shape;1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вниманието!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